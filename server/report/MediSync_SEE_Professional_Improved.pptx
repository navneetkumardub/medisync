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7763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685800"/>
            <a:ext cx="822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841248"/>
            <a:ext cx="4114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0EA5E9"/>
                </a:solidFill>
                <a:latin typeface="Aptos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713232"/>
            <a:ext cx="53035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MediSync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1207008"/>
            <a:ext cx="78638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Doctor-Patient Appointment and Healthcare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10058400" cy="1417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A full-stack Android healthcare platform for patient appointment booking, doctor slot management, real-time chat, video consultation, medical record storage and AI-based health assistance.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22452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Team Members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4617720"/>
          <a:ext cx="107899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3035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USN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Navneet Kumar Dubey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1BF24CS194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Babu 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1BM25CS423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Project Overview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What the app does and the major 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80744"/>
            <a:ext cx="497433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64792"/>
            <a:ext cx="4937759" cy="3794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Patients can search doctors, view profiles, book online/offline appointments and access appointment details.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Doctors can manage profile details, clinic location, weekly templates, custom schedules and appointment workflow.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Both users can chat in real time, share files, receive notifications and join video consultations.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Medical records are stored and searchable, while AI Chat provides general health guidance and report/image discussion.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73152" cy="4389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1234440"/>
          <a:ext cx="5349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Mobile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Kotlin + Jetpack Compose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Android UI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Node.js + Express + TypeScript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REST APIs and logic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Structured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Realtime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WebSocket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Chat and signaling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Video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WebRTC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Audio/video call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MinIO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Files and photos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Notify/AI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FCM + Gemini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Push + AI assistant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Why MediSync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166360" cy="1554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7218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Fragmented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56231"/>
            <a:ext cx="4837176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Patients often do not know doctor availability before visiting, causing waiting time and repeated calls.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73152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5166360" cy="1554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47218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Weak follow-up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856231"/>
            <a:ext cx="4837176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After appointment booking, doctor-patient communication is usually scattered across phone calls or messaging apps.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325880"/>
            <a:ext cx="7315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383280"/>
            <a:ext cx="5166360" cy="1554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52958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Unorganized medical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913632"/>
            <a:ext cx="4837176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Reports and prescriptions are commonly stored as physical papers or separate files without searchable access.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83280"/>
            <a:ext cx="73152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3383280"/>
            <a:ext cx="5166360" cy="1554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52958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Manual doctor 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913632"/>
            <a:ext cx="4837176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Doctors need a reliable way to manage recurring and custom slots without double booking.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383280"/>
            <a:ext cx="73152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Objectives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Clear project boundaries for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48640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80744"/>
            <a:ext cx="515721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64792"/>
            <a:ext cx="5120640" cy="3886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Build a doctor-patient appointment system with online and offline consultation support.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Provide secure OTP login and role-based patient/doctor workflows.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Enable real-time chat, file sharing, medical records and video consultation.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Support doctor slot management through weekly templates and custom schedules.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Integrate AI assistant for general health guidance and report/image discussion.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234440"/>
            <a:ext cx="5074920" cy="2057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380744"/>
            <a:ext cx="474573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In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764792"/>
            <a:ext cx="4709159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Authentication, profiles, doctor search, booking, chat, records, AI chat, maps, ratings, notifications and video call.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234440"/>
            <a:ext cx="7315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3657600"/>
            <a:ext cx="5074920" cy="2057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803904"/>
            <a:ext cx="474573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Out of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4187952"/>
            <a:ext cx="4709159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Payment gateway, e-pharmacy, insurance claims, laboratory ordering, iOS app and full hospital ERP management.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657600"/>
            <a:ext cx="73152" cy="2057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Software Development Life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Agile iterative development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325880" cy="53035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Requirements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57400" y="2139696"/>
            <a:ext cx="502920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60320" y="1874519"/>
            <a:ext cx="1325880" cy="53035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Design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2139696"/>
            <a:ext cx="502920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0" y="1874519"/>
            <a:ext cx="1325880" cy="53035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Implementation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5000" y="2139696"/>
            <a:ext cx="502920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1874519"/>
            <a:ext cx="1325880" cy="53035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Testing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43800" y="2139696"/>
            <a:ext cx="502920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46720" y="1874519"/>
            <a:ext cx="1325880" cy="53035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Deployment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72600" y="2139696"/>
            <a:ext cx="502920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75520" y="1874519"/>
            <a:ext cx="1325880" cy="53035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Feedback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063240"/>
            <a:ext cx="530352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209544"/>
            <a:ext cx="497433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Why Agile?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593592"/>
            <a:ext cx="4937759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Features such as booking, chat, records, video call and AI were developed in iterations.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Each iteration allowed testing with real app screens and improving UI/UX based on feedback.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063240"/>
            <a:ext cx="73152" cy="1920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3063240"/>
            <a:ext cx="493776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209544"/>
            <a:ext cx="46085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Sprint 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3593592"/>
            <a:ext cx="4572000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Sprint 1: authentication and profiles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Sprint 2: doctor search, slots and booking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Sprint 3: chat, records and notifications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Sprint 4: AI, video call, testing and deployment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063240"/>
            <a:ext cx="73152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Main system services expected by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33756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80744"/>
            <a:ext cx="30083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Patient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64792"/>
            <a:ext cx="2971800" cy="40690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OTP login and profile creation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Search doctors by name/speciality/mode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View doctor profile and clinic map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Book appointment from available slots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Chat with doctor and share records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Use AI assistant for health guidance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73152" cy="4663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33756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380744"/>
            <a:ext cx="30083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Doctor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764792"/>
            <a:ext cx="2971800" cy="40690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Maintain personal/professional profile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Set clinic location using map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Create weekly and custom slots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View appointments and next patient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Chat with patients and receive alerts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Join video consultation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234440"/>
            <a:ext cx="73152" cy="4663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1234440"/>
            <a:ext cx="333756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380744"/>
            <a:ext cx="30083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System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764792"/>
            <a:ext cx="2971800" cy="40690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JWT-protected APIs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Prevent duplicate booking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Store files in MinIO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Save structured data in PostgreSQL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Send FCM notifications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Support WebSocket realtime events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1234440"/>
            <a:ext cx="73152" cy="4663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Quality attributes considered during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34440"/>
            <a:ext cx="516636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38074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764792"/>
            <a:ext cx="4800600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JWT authentication for protected routes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Role-based access for patient and doctor data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Controlled object access through MinIO policies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234440"/>
            <a:ext cx="73152" cy="1920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27648" y="1234440"/>
            <a:ext cx="516636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8074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1764792"/>
            <a:ext cx="4800600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Graceful handling of network failure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Cached records visible offline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Booking validation avoids duplicate allocation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1234440"/>
            <a:ext cx="73152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657600"/>
            <a:ext cx="516636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80390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187952"/>
            <a:ext cx="4800600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Files stored outside database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Fast search and filter UI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Lightweight API responses for mobile screens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57600"/>
            <a:ext cx="73152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27648" y="3657600"/>
            <a:ext cx="516636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80390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Usability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4187952"/>
            <a:ext cx="4800600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Clean mobile-first interface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Simple navigation through bottom bar/sidebar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Readable cards, maps and appointment details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3657600"/>
            <a:ext cx="73152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Major 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How the system is divided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251460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80744"/>
            <a:ext cx="218541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Auth &amp;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64792"/>
            <a:ext cx="2185416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OTP login, JWT, role and personal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73152" cy="1600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47288" y="1234440"/>
            <a:ext cx="251460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380744"/>
            <a:ext cx="218541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Doctor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764792"/>
            <a:ext cx="2185416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Speciality filters, doctor profile and ratings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8" y="1234440"/>
            <a:ext cx="73152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0216" y="1234440"/>
            <a:ext cx="251460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380744"/>
            <a:ext cx="218541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1764792"/>
            <a:ext cx="2185416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Slot picker, booking and appointment detail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216" y="1234440"/>
            <a:ext cx="73152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53144" y="1234440"/>
            <a:ext cx="251460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380744"/>
            <a:ext cx="218541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Doctor Slots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1764792"/>
            <a:ext cx="2185416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Weekly templates and custom schedules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53144" y="1234440"/>
            <a:ext cx="7315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" y="3383280"/>
            <a:ext cx="251460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529584"/>
            <a:ext cx="218541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Chat &amp; FCM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3913632"/>
            <a:ext cx="2185416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Realtime messages and offline notifications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383280"/>
            <a:ext cx="73152" cy="1600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47288" y="3383280"/>
            <a:ext cx="251460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529584"/>
            <a:ext cx="218541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Medical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3913632"/>
            <a:ext cx="2185416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Upload, search, image/PDF filters and cache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47288" y="3383280"/>
            <a:ext cx="73152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0216" y="3383280"/>
            <a:ext cx="251460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529584"/>
            <a:ext cx="218541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AI Chat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3913632"/>
            <a:ext cx="2185416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Health query and report/image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0216" y="3383280"/>
            <a:ext cx="73152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53144" y="3383280"/>
            <a:ext cx="251460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17736" y="3529584"/>
            <a:ext cx="218541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Video 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7736" y="3913632"/>
            <a:ext cx="2185416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WebRTC consultation and signaling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53144" y="3383280"/>
            <a:ext cx="7315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Client-server architecture with external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9</a:t>
            </a:r>
          </a:p>
        </p:txBody>
      </p:sp>
      <p:pic>
        <p:nvPicPr>
          <p:cNvPr id="7" name="Picture 6" descr="docx_media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972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Architectural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Layered model used for clean separation of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docx_media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669280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0" y="1234440"/>
            <a:ext cx="484632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1380744"/>
            <a:ext cx="451713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Layer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1764792"/>
            <a:ext cx="4480559" cy="2880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UI layer handles Compose screens and navigation.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ViewModel layer maintains screen state and triggers repository calls.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Repository layer coordinates API, local cache and domain data.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Backend layer handles REST, WebSocket and business logic.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Data layer contains PostgreSQL, Redis and MinIO storage.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234440"/>
            <a:ext cx="73152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Repository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How data access is organized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11</a:t>
            </a:r>
          </a:p>
        </p:txBody>
      </p:sp>
      <p:pic>
        <p:nvPicPr>
          <p:cNvPr id="7" name="Picture 6" descr="docx_media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57784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29400" y="1234440"/>
            <a:ext cx="4800600" cy="4023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380744"/>
            <a:ext cx="447141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Why Repository Pattern?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1764792"/>
            <a:ext cx="4434840" cy="3429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Keeps ViewModels independent from direct API/database details.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Allows offline cache and remote API data to be handled in one place.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Makes features such as records, chat, appointments and profiles easier to test and maintain.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234440"/>
            <a:ext cx="73152" cy="4023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Main interactions of Patient, Doctor and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12</a:t>
            </a:r>
          </a:p>
        </p:txBody>
      </p:sp>
      <p:pic>
        <p:nvPicPr>
          <p:cNvPr id="7" name="Picture 6" descr="docx_media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51560"/>
            <a:ext cx="1014984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Data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Data movement between users, app, backend, stores and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13</a:t>
            </a:r>
          </a:p>
        </p:txBody>
      </p:sp>
      <p:pic>
        <p:nvPicPr>
          <p:cNvPr id="7" name="Picture 6" descr="medisync_data_flow_diagram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1156716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State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Appointment booking and consultation state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14</a:t>
            </a:r>
          </a:p>
        </p:txBody>
      </p:sp>
      <p:pic>
        <p:nvPicPr>
          <p:cNvPr id="7" name="Picture 6" descr="docx_media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521208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1143000"/>
            <a:ext cx="489204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289304"/>
            <a:ext cx="4562855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State Flow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673352"/>
            <a:ext cx="4526279" cy="3886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User searches doctor and selects an available slot.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System validates slot availability before creating appointment.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Booked appointment becomes accepted and can lead to chat or video consultation.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After consultation, the appointment can be completed and rated.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Invalid or unavailable slot selection returns to slot selection state.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143000"/>
            <a:ext cx="73152" cy="4480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Sequence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Appointment booking request-response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15</a:t>
            </a:r>
          </a:p>
        </p:txBody>
      </p:sp>
      <p:pic>
        <p:nvPicPr>
          <p:cNvPr id="7" name="Picture 6" descr="docx_media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11556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Structural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Database entities and class-level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16</a:t>
            </a:r>
          </a:p>
        </p:txBody>
      </p:sp>
      <p:pic>
        <p:nvPicPr>
          <p:cNvPr id="7" name="Picture 6" descr="docx_media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4937760" cy="4892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72200" y="1097280"/>
            <a:ext cx="534924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243584"/>
            <a:ext cx="5020055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Core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627631"/>
            <a:ext cx="4983479" cy="3931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users stores shared account details for patient and doctor roles.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doctor_professional and doctor_clinic extend doctor-specific information.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appointment_slots and appointments manage the booking lifecycle.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chat_rooms and chat_messages store real-time conversation metadata.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medical_reports stores uploaded report metadata; file bytes are kept in MinIO.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097280"/>
            <a:ext cx="73152" cy="4526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Implementation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Important development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70432"/>
            <a:ext cx="5120640" cy="1828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16736"/>
            <a:ext cx="4791455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Backend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00784"/>
            <a:ext cx="4754879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Express routes grouped by auth, doctor, patient, appointments, chat, records and ratings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Middleware verifies JWT and protects role-based resources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170432"/>
            <a:ext cx="73152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170432"/>
            <a:ext cx="5120640" cy="1828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316736"/>
            <a:ext cx="4791455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Realtime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700784"/>
            <a:ext cx="4754879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WebSocket handles chat room joining and message delivery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Video WebSocket handles call signaling events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170432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502152"/>
            <a:ext cx="5120640" cy="1828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648456"/>
            <a:ext cx="4791455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Storage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032504"/>
            <a:ext cx="4754879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PostgreSQL stores structured data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MinIO stores profile photos, chat files and medical reports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02152"/>
            <a:ext cx="73152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3502152"/>
            <a:ext cx="5120640" cy="1828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3648456"/>
            <a:ext cx="4791455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Mobile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4032504"/>
            <a:ext cx="4754879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Jetpack Compose screens with ViewModel state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SQLite/Room cache used for offline-friendly records and profile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502152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Security and Reliability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How the system avoids common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0352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289304"/>
            <a:ext cx="497433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673352"/>
            <a:ext cx="4937759" cy="3886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OTP based mobile authentication reduces fake user creation.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JWT token is required for protected API routes.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Patient and doctor data is separated through role-aware APIs.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MinIO bucket policy and object keys control file visibility.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Firebase service account is used by backend for push notifications.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143000"/>
            <a:ext cx="73152" cy="4480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143000"/>
            <a:ext cx="530352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289304"/>
            <a:ext cx="497433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673352"/>
            <a:ext cx="4937759" cy="3886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Appointment booking uses backend validation to avoid double booking.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Records and chat files are cached locally after download.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If refresh fails due to network issue, old cached records remain visible.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Notifications are attempted only when recipient is offline or not connected.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PM2 keeps backend process running on deployed server.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143000"/>
            <a:ext cx="73152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Verification performed module-wise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38328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35024"/>
            <a:ext cx="305409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Unit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017520" cy="3794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ViewModel logic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Repository methods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API controller logic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Utility functions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188720"/>
            <a:ext cx="73152" cy="4389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51960" y="1188720"/>
            <a:ext cx="338328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335024"/>
            <a:ext cx="305409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Integration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719072"/>
            <a:ext cx="3017520" cy="3794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Auth with database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Appointment booking with slots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Chat WebSocket flow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Records upload and MinIO URLs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188720"/>
            <a:ext cx="73152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0" y="1188720"/>
            <a:ext cx="338328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1" y="1335024"/>
            <a:ext cx="305409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Scenario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1719072"/>
            <a:ext cx="3017520" cy="3794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Network failure handling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Already booked slot selection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Offline notification flow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Video call join/leave conditions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188720"/>
            <a:ext cx="73152" cy="4389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Scenario-Based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Important scenarios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97280"/>
            <a:ext cx="5166360" cy="9875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4358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27631"/>
            <a:ext cx="4837176" cy="3931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Valid OTP, invalid OTP, resend OTP, new user role selection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097280"/>
            <a:ext cx="73152" cy="9875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166360" cy="9875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4358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Patient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627631"/>
            <a:ext cx="4837176" cy="3931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Doctor search by name/speciality, doctor profile, appointment booking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73152" cy="9875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423160"/>
            <a:ext cx="5166360" cy="9875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56946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Appointment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953512"/>
            <a:ext cx="4837176" cy="3931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Available slot booking, already booked slot, online/offline filter, details screen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423160"/>
            <a:ext cx="73152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2423160"/>
            <a:ext cx="5166360" cy="9875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56946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Chat &amp; Notification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953512"/>
            <a:ext cx="4837176" cy="3931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Text message, file share, read status, offline FCM notification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423160"/>
            <a:ext cx="73152" cy="9875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" y="3749039"/>
            <a:ext cx="5166360" cy="9875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89534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Records &amp;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279392"/>
            <a:ext cx="4837176" cy="3931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Upload image/PDF, search/filter records, ask health question, image/report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749039"/>
            <a:ext cx="73152" cy="9875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3749039"/>
            <a:ext cx="5166360" cy="9875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389534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Doctor Module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279392"/>
            <a:ext cx="4837176" cy="3931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Weekly/custom slot creation, clinic map save, dashboard appointment list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749039"/>
            <a:ext cx="73152" cy="9875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5074920"/>
            <a:ext cx="5166360" cy="9875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522122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Video 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605272"/>
            <a:ext cx="4837176" cy="3931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Join call, mute/unmute, remote user wait state, call end behavior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074920"/>
            <a:ext cx="73152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17920" y="5074920"/>
            <a:ext cx="5166360" cy="9875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5221224"/>
            <a:ext cx="48371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General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5605272"/>
            <a:ext cx="4837176" cy="3931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Missing profile data, network failure, app navigation and cache fallback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074920"/>
            <a:ext cx="73152" cy="9875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Estimation: LOC and COCOMO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Software Engineering estimation from course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539496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89304"/>
            <a:ext cx="506577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LOC Estimation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73352"/>
            <a:ext cx="5029200" cy="3886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Formula used: S = (Sopt + 4Sm + Spess) / 6.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Estimated size: approximately 10 KLOC.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Used to calculate productivity, effort and approximate project cost.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Useful for understanding development effort across mobile, backend and database modules.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143000"/>
            <a:ext cx="73152" cy="4480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143000"/>
            <a:ext cx="52120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289304"/>
            <a:ext cx="488289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COCOMO Basic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673352"/>
            <a:ext cx="4846320" cy="3886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Project considered under organic mode for academic-level team development.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Effort and duration are estimated using KLOC-based empirical formula.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Cost estimation is presented as an engineering approximation, not actual commercial billing.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Supports planning, scheduling and resource justification.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143000"/>
            <a:ext cx="73152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Schedule and 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Planning and RMMM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530352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89304"/>
            <a:ext cx="497433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Project Schedule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73352"/>
            <a:ext cx="4937759" cy="3886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Week 1: requirement gathering and UI planning.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Week 2: authentication, profile and search modules.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Week 3: appointment slots, booking and doctor workflow.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Week 4: chat, records, notifications and storage.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Week 5: AI chat, video call, testing and deployment.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143000"/>
            <a:ext cx="73152" cy="4480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143000"/>
            <a:ext cx="52120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289304"/>
            <a:ext cx="488289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Key Risks and Mitigation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673352"/>
            <a:ext cx="4846320" cy="3886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Network failure: local cache and error-safe UI.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Double booking: backend slot validation.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File access issue: MinIO bucket policy and public/view URL handling.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Notification token mismatch: token refresh and cleanup.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Video call instability: WebSocket signaling and WebRTC state checks.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143000"/>
            <a:ext cx="73152" cy="4480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Project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Implemented and demonstrated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507492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26463"/>
            <a:ext cx="474573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Patient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10512"/>
            <a:ext cx="4745736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Search doctor, book appointments, chat, records, AI support and video consultation.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280160"/>
            <a:ext cx="73152" cy="1600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07492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426463"/>
            <a:ext cx="474573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Doctor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1810512"/>
            <a:ext cx="4745736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Manage slots, clinic location, appointments and patient communication.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73152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474720"/>
            <a:ext cx="507492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621024"/>
            <a:ext cx="474573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Backend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005072"/>
            <a:ext cx="4745736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REST APIs, WebSocket events, PostgreSQL, Redis, MinIO, FCM and deployment with PM2.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474720"/>
            <a:ext cx="73152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3474720"/>
            <a:ext cx="507492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1" y="3621024"/>
            <a:ext cx="474573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Report Artifacts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4005072"/>
            <a:ext cx="4745736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Use case, DFD, state model, sequence diagram, ER/class design, test cases and estimation.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474720"/>
            <a:ext cx="7315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Conclusion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Final outcome and possible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544068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89304"/>
            <a:ext cx="511149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73352"/>
            <a:ext cx="5074920" cy="3931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MediSync successfully integrates patient booking, doctor slot management, medical records, chat, notifications, AI assistance and video consultation in one Android system.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The project applies software engineering concepts such as requirement analysis, modular design, architectural modelling, DFD, state model, testing, estimation and risk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143000"/>
            <a:ext cx="73152" cy="4526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143000"/>
            <a:ext cx="5212080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289304"/>
            <a:ext cx="4882896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673352"/>
            <a:ext cx="4846320" cy="3931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Online payment and invoice generation.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E-prescription and medicine recommendation workflow.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Lab report booking and hospital admin dashboard.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Multi-language support and iOS/cross-platform version.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Advanced analytics for doctors and appointment trends.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143000"/>
            <a:ext cx="73152" cy="4526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875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Sources used for SE models and 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MediSync | Software Engineering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389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t>R. S. Pressman, Software Engineering: A Practitioner’s Approach, 7th ed., McGraw-Hill.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t>I. Sommerville, Software Engineering, 9th ed., Pearson.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t>College Unit 2 notes: Requirements Engineering Process.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t>College Unit 3 notes: Architectural Design and Design Models.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t>College Unit 4 notes: Estimation, Scheduling and Risk Management.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t>Official documentation: Android Jetpack Compose, Node.js, PostgreSQL, MinIO, Firebase, WebRTC and Gemini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