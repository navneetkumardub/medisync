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MediSync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467"/>
                </a:solidFill>
              </a:defRPr>
            </a:pPr>
            <a:r>
              <a:t>Doctor and Patient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Android healthcare app for patients and doctors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Appointment booking, chat, records, AI assistant, maps and video call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Team Project: 2 members | Student details to be filled</a:t>
            </a:r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162" y="1024128"/>
            <a:ext cx="2202476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952744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App Login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Patients need one place to find doctors, book consultations and store reports.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Doctors need simple tools for profile, clinic location, slots and patient communication.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Manual appointment handling and scattered medical records reduce convenience.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MediSync combines these workflows in one Android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Build role-based Android app for patient and doctor.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Provide OTP login and JWT protected backend APIs.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Support online/offline appointment booking and slot management.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Enable real-time chat, medical records and AI health guidance.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Use maps for clinic location and FCM for notifications.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Software and Hardware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Android: Kotlin, Jetpack Compose, MVVM, Repository Pattern.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Backend: Node.js, Express.js, TypeScript, WebSocket.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Database and storage: PostgreSQL, SQLite cache, MinIO.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Services: Firebase Cloud Messaging, Google Maps SDK, Gemini API.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Tools: Android Studio, DataGrip, Docker, PM2 and GitHub.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Mobile app communicates with backend using REST APIs and WebSocket.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PostgreSQL stores users, doctors, slots, appointments, chats, records and ratings.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MinIO stores profile photos, chat files and medical reports.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Firebase Cloud Messaging sends offline chat and appointment notifications.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Database ER Diagram</a:t>
            </a:r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080" y="1005840"/>
            <a:ext cx="910336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6163055"/>
            <a:ext cx="9966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Generated ER Diagram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Authentication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User signs in using mobile number and OTP.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New users select role: Doctor or Patient.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JWT token protects backend APIs after login.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Role decides navigation and available features.</a:t>
            </a: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22" y="1024128"/>
            <a:ext cx="2202476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59527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Login</a:t>
            </a:r>
          </a:p>
        </p:txBody>
      </p:sp>
      <p:pic>
        <p:nvPicPr>
          <p:cNvPr id="7" name="Picture 6" descr="ot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022" y="1024128"/>
            <a:ext cx="2202476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59527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OTP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Patient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Patient home gives search, specialities and AI chat entry.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Patient can search doctors by speciality.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Doctor detail shows profile, rating, clinic location and appointment button.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Patient profile stores personal and medical information.</a:t>
            </a:r>
          </a:p>
        </p:txBody>
      </p:sp>
      <p:pic>
        <p:nvPicPr>
          <p:cNvPr id="5" name="Picture 4" descr="patien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22" y="1024128"/>
            <a:ext cx="2202476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59527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Patient Home</a:t>
            </a:r>
          </a:p>
        </p:txBody>
      </p:sp>
      <p:pic>
        <p:nvPicPr>
          <p:cNvPr id="7" name="Picture 6" descr="special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022" y="1024128"/>
            <a:ext cx="2202476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59527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Specialities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Doctor Search and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Search screen lists doctors from backend data.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Doctor profile displays speciality, qualification, clinic and map.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Clinic map helps patients view offline consultation location.</a:t>
            </a:r>
          </a:p>
        </p:txBody>
      </p:sp>
      <p:pic>
        <p:nvPicPr>
          <p:cNvPr id="5" name="Picture 4" descr="doctor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22" y="1024128"/>
            <a:ext cx="2202476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59527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Find Doctor</a:t>
            </a:r>
          </a:p>
        </p:txBody>
      </p:sp>
      <p:pic>
        <p:nvPicPr>
          <p:cNvPr id="7" name="Picture 6" descr="doctor_profile_pat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022" y="1024128"/>
            <a:ext cx="2202476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59527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Doctor Detail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Appointment Booking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Patient chooses date and available slot.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Slot shows online/offline type and duration.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Booking creates appointment and updates slot status.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Appointment detail shows date, time, fee, status, map and chat option.</a:t>
            </a:r>
          </a:p>
        </p:txBody>
      </p:sp>
      <p:pic>
        <p:nvPicPr>
          <p:cNvPr id="5" name="Picture 4" descr="slot_p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22" y="1024128"/>
            <a:ext cx="2202476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59527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Slot Picker</a:t>
            </a:r>
          </a:p>
        </p:txBody>
      </p:sp>
      <p:pic>
        <p:nvPicPr>
          <p:cNvPr id="7" name="Picture 6" descr="appointment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022" y="1024128"/>
            <a:ext cx="2202476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59527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Appointment Detail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Doctor Home and Slot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Doctor dashboard shows appointment summary and next patient.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Weekly template creates recurring slot settings.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Custom schedule creates date-specific slots.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Doctor can set online/offline mode, duration and fee.</a:t>
            </a:r>
          </a:p>
        </p:txBody>
      </p:sp>
      <p:pic>
        <p:nvPicPr>
          <p:cNvPr id="5" name="Picture 4" descr="doctor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22" y="1024128"/>
            <a:ext cx="2202476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59527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Doctor Home</a:t>
            </a:r>
          </a:p>
        </p:txBody>
      </p:sp>
      <p:pic>
        <p:nvPicPr>
          <p:cNvPr id="7" name="Picture 6" descr="custom_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022" y="1024128"/>
            <a:ext cx="2202476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59527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Custom Schedule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Clinic 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Doctor selects clinic location using Google Maps.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Latitude, longitude and address are saved.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Patients see map on doctor profile and appointment detail for offline visits.</a:t>
            </a:r>
          </a:p>
        </p:txBody>
      </p:sp>
      <p:pic>
        <p:nvPicPr>
          <p:cNvPr id="5" name="Picture 4" descr="clinic_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162" y="1024128"/>
            <a:ext cx="2202476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952744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Clinic Location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Chat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Patient and doctor communicate in real time using WebSocket.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Messages are stored in PostgreSQL.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Images and files are stored in MinIO with metadata in database.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Offline users receive FCM notification.</a:t>
            </a:r>
          </a:p>
        </p:txBody>
      </p:sp>
      <p:pic>
        <p:nvPicPr>
          <p:cNvPr id="5" name="Picture 4" descr="chat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22" y="1024128"/>
            <a:ext cx="2202476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59527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Chat List</a:t>
            </a:r>
          </a:p>
        </p:txBody>
      </p:sp>
      <p:pic>
        <p:nvPicPr>
          <p:cNvPr id="7" name="Picture 6" descr="chat_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022" y="1024128"/>
            <a:ext cx="2202476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59527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Chat Room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Medical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Doctors can save reports from chat as medical records.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Patients can view images and PDFs from records screen.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Records are cached locally for offline visibility.</a:t>
            </a:r>
          </a:p>
        </p:txBody>
      </p:sp>
      <p:pic>
        <p:nvPicPr>
          <p:cNvPr id="5" name="Picture 4" descr="medical_rec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162" y="1024128"/>
            <a:ext cx="2202476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952744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Medical Records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AI Health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Patient can ask health questions in simple language.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AI can assist with symptoms, medicine guidance, reports and doctor suggestions.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AI guidance is supportive and not a replacement for professional diagnosis.</a:t>
            </a:r>
          </a:p>
        </p:txBody>
      </p:sp>
      <p:pic>
        <p:nvPicPr>
          <p:cNvPr id="5" name="Picture 4" descr="ai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162" y="1024128"/>
            <a:ext cx="2202476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952744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467"/>
                </a:solidFill>
              </a:defRPr>
            </a:pPr>
            <a:r>
              <a:t>AI Chat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Video Consultation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Online appointments support video call workflow.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Foreground service/PiP concept keeps call active when app is minimized.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Basic call controls include camera, speaker, mute, switch camera and end call.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Database Screenshots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users table stores patient and doctor identities.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appointment_slots and appointments track booking flow.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chat_rooms and chat_messages track real-time conversation.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medical_reports stores file metadata for patient records.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doctor_ratings stores feedback after consultation.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Testing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Login with valid/invalid OTP.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Doctor search with speciality filters.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Book available slot and block booked slot.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Open appointment detail for online and offline appointments.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Send chat message/file with and without network.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Open records online and from cache offline.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Join video call before/after other user.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Built a full-stack Android healthcare app.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Practiced MVVM, Compose UI and repository pattern.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Integrated REST APIs, WebSocket, FCM, MinIO and maps.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Designed relational schema and deployed backend services.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Improved debugging skills for database, server, notifications and file access.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Conclusion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MediSync provides a connected platform for patient-doctor healthcare workflows.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It supports appointment booking, chat, records, AI assistance, maps and video consultation.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Future scope: payments, prescriptions, admin panel, analytics, stronger AI safety and Play Store deployment.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Android Developers Documentation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Firebase Cloud Messaging Documentation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PostgreSQL Documentation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MinIO Object Storage Documentation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Google Maps Platform Documentation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Node.js and Express.js Documentation</a:t>
            </a:r>
          </a:p>
          <a:p>
            <a:pPr>
              <a:spcAft>
                <a:spcPts val="800"/>
              </a:spcAft>
              <a:defRPr sz="1900">
                <a:solidFill>
                  <a:srgbClr val="475467"/>
                </a:solidFill>
              </a:defRPr>
            </a:pPr>
            <a:r>
              <a:t>Gemini API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